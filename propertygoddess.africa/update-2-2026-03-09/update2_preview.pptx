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3.jpg"/><Relationship Id="rId6" Type="http://schemas.openxmlformats.org/officeDocument/2006/relationships/image" Target="../media/image2.jpg"/><Relationship Id="rId7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-luxury-property-aerial-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6A75E"/>
                </a:solidFill>
                <a:latin typeface="Montserrat"/>
              </a:rPr>
              <a:t>WEBSITE PREVIEW  ·  PROPERTY GODDESS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F5F5"/>
                </a:solidFill>
                <a:latin typeface="Playfair Display"/>
              </a:rPr>
              <a:t>Property Goddess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060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C6A75E"/>
                </a:solidFill>
                <a:latin typeface="Playfair Display"/>
              </a:rPr>
              <a:t>We dare you to dream in colour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246120"/>
            <a:ext cx="12188952" cy="274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383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Montserrat"/>
              </a:rPr>
              <a:t>Update 1  —  March 2026  |  Proposed site changes for visual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840480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  01  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087368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A75E"/>
                </a:solidFill>
                <a:latin typeface="Montserrat"/>
              </a:rPr>
              <a:t>  02  Homepage  ◀ 5 amendments applied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34256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  03  Film, TV &amp; Production  ◀ Consolidated new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581144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  04  Property Development &amp; Sales  ◀ New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828032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  05  Events &amp; Location Conferencing  ◀ New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074920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  06  About Us  ◀ New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321808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  07  Navigation Update  ◀ Before vs After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A75E"/>
                </a:solidFill>
                <a:latin typeface="Playfair Display"/>
              </a:rPr>
              <a:t>PROPERTY GODDESS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PROPERTY DEVELOPMENT &amp;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0992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FILM, TV &amp;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78624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06256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ABOUT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33888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CONTACT</a:t>
            </a:r>
          </a:p>
        </p:txBody>
      </p:sp>
      <p:pic>
        <p:nvPicPr>
          <p:cNvPr id="9" name="Picture 8" descr="1-luxury-property-aerial-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88952" cy="2788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548640"/>
            <a:ext cx="7315200" cy="278892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777240"/>
            <a:ext cx="1005840" cy="201168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8046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B0B0B"/>
                </a:solidFill>
                <a:latin typeface="Montserrat"/>
              </a:rPr>
              <a:t>▲ UPDATED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005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F5F5"/>
                </a:solidFill>
                <a:latin typeface="Playfair Display"/>
              </a:rPr>
              <a:t>Property Goddess Africa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38528"/>
            <a:ext cx="1005840" cy="201168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96596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B0B0B"/>
                </a:solidFill>
                <a:latin typeface="Montserrat"/>
              </a:rPr>
              <a:t>▲ 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17627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6A75E"/>
                </a:solidFill>
                <a:latin typeface="Playfair Display"/>
              </a:rPr>
              <a:t>We dare you to dream in colour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249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Montserrat"/>
              </a:rPr>
              <a:t>Luxury Locations for Film, TV &amp; Production Across South Africa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47288"/>
            <a:ext cx="1005840" cy="201168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4747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B0B0B"/>
                </a:solidFill>
                <a:latin typeface="Montserrat"/>
              </a:rPr>
              <a:t>▲ RENAMED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6667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A75E"/>
                </a:solidFill>
                <a:latin typeface="Montserrat"/>
              </a:rPr>
              <a:t>FEATURED PRODUCTIONS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977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Montserrat"/>
              </a:rPr>
              <a:t>Productions filmed at our properties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" y="4251960"/>
            <a:ext cx="2898648" cy="221284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4-boundless---netflix-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4251960"/>
            <a:ext cx="2898648" cy="13258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09728" y="5577840"/>
            <a:ext cx="2898648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" y="4251960"/>
            <a:ext cx="640080" cy="201168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" y="4279392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B0B0B"/>
                </a:solidFill>
                <a:latin typeface="Montserrat"/>
              </a:rPr>
              <a:t>▲ 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" y="5650992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5F5"/>
                </a:solidFill>
                <a:latin typeface="Playfair Display"/>
              </a:rPr>
              <a:t>Young, Famous &amp; African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" y="5989320"/>
            <a:ext cx="2715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Netflix Original — Filmed at our Johannesburg luxury estates.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" y="6144768"/>
            <a:ext cx="2679192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" y="6217920"/>
            <a:ext cx="2679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EXPLORE SIMILAR LOCATIONS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4251960"/>
            <a:ext cx="2898648" cy="221284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2-the-last-l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4251960"/>
            <a:ext cx="2898648" cy="132588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063240" y="5577840"/>
            <a:ext cx="2898648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63240" y="4251960"/>
            <a:ext cx="640080" cy="201168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99816" y="4279392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B0B0B"/>
                </a:solidFill>
                <a:latin typeface="Montserrat"/>
              </a:rPr>
              <a:t>▲ NEW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72968" y="5650992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5F5"/>
                </a:solidFill>
                <a:latin typeface="Playfair Display"/>
              </a:rPr>
              <a:t>Tyler Perry Productions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72968" y="5989320"/>
            <a:ext cx="2715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Cinematic production across our premium South African locations.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72968" y="6144768"/>
            <a:ext cx="2679192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72968" y="6217920"/>
            <a:ext cx="2679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EXPLORE SIMILAR LOCATIONS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16752" y="4251960"/>
            <a:ext cx="2898648" cy="221284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4-boundless---netflix-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4251960"/>
            <a:ext cx="2898648" cy="132588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6016752" y="5577840"/>
            <a:ext cx="2898648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5650992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5F5"/>
                </a:solidFill>
                <a:latin typeface="Playfair Display"/>
              </a:rPr>
              <a:t>Boundless — Netflix Original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989320"/>
            <a:ext cx="2715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An internationally acclaimed series shot across our most dramatic locations.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6144768"/>
            <a:ext cx="2679192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6217920"/>
            <a:ext cx="2679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EXPLORE SIMILAR LOCATIONS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70264" y="4251960"/>
            <a:ext cx="2898648" cy="221284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5-velocity---bmw-south-afric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4" y="4251960"/>
            <a:ext cx="2898648" cy="132588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8970264" y="5577840"/>
            <a:ext cx="2898648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79992" y="5650992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5F5"/>
                </a:solidFill>
                <a:latin typeface="Playfair Display"/>
              </a:rPr>
              <a:t>Velocity — BMW South Africa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9992" y="5989320"/>
            <a:ext cx="2715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Luxury automotive campaign at our Johannesburg glass pavilion.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79992" y="6144768"/>
            <a:ext cx="2679192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6217920"/>
            <a:ext cx="2679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EXPLORE SIMILAR LOCATIONS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574536"/>
            <a:ext cx="1005840" cy="201168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660196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B0B0B"/>
                </a:solidFill>
                <a:latin typeface="Montserrat"/>
              </a:rPr>
              <a:t>▲ BUTTONS UPDATED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728" y="6803136"/>
            <a:ext cx="3913632" cy="457200"/>
          </a:xfrm>
          <a:prstGeom prst="rect">
            <a:avLst/>
          </a:prstGeom>
          <a:solidFill>
            <a:srgbClr val="333333"/>
          </a:solidFill>
          <a:ln w="15240">
            <a:solidFill>
              <a:srgbClr val="C6A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" y="6867144"/>
            <a:ext cx="3913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A75E"/>
                </a:solidFill>
                <a:latin typeface="Montserrat"/>
              </a:rPr>
              <a:t>FILM, TV &amp; PRODUCTION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87368" y="6803136"/>
            <a:ext cx="3913632" cy="457200"/>
          </a:xfrm>
          <a:prstGeom prst="rect">
            <a:avLst/>
          </a:prstGeom>
          <a:solidFill>
            <a:srgbClr val="333333"/>
          </a:solidFill>
          <a:ln w="15240">
            <a:solidFill>
              <a:srgbClr val="C6A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87368" y="6867144"/>
            <a:ext cx="3913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A75E"/>
                </a:solidFill>
                <a:latin typeface="Montserrat"/>
              </a:rPr>
              <a:t>PROPERTY DEVELOPMENT &amp; SALES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65008" y="6803136"/>
            <a:ext cx="3913632" cy="457200"/>
          </a:xfrm>
          <a:prstGeom prst="rect">
            <a:avLst/>
          </a:prstGeom>
          <a:solidFill>
            <a:srgbClr val="333333"/>
          </a:solidFill>
          <a:ln w="15240">
            <a:solidFill>
              <a:srgbClr val="C6A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65008" y="6867144"/>
            <a:ext cx="3913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A75E"/>
                </a:solidFill>
                <a:latin typeface="Montserrat"/>
              </a:rPr>
              <a:t>EVENTS &amp; LOCATION CONFERENCING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446520"/>
            <a:ext cx="12188952" cy="274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51967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Montserrat"/>
              </a:rPr>
              <a:t>Film, TV &amp; Production  |  Property Development &amp; Sales  |  Events  |  About Us  |  Request a Quote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Montserrat"/>
              </a:rPr>
              <a:t>© 2026 Property Goddess Africa  |  info@propertygoddess.africa  |  +27 79 986 3670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6172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88"/>
                </a:solidFill>
                <a:latin typeface="Montserrat"/>
              </a:rPr>
              <a:t>02 / 7  —  Homepage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A75E"/>
                </a:solidFill>
                <a:latin typeface="Playfair Display"/>
              </a:rPr>
              <a:t>PROPERTY GODDESS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PROPERTY DEVELOPMENT &amp;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0992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6A75E"/>
                </a:solidFill>
                <a:latin typeface="Montserrat"/>
              </a:rPr>
              <a:t>FILM, TV &amp;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50992" y="493776"/>
            <a:ext cx="1554480" cy="457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78624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06256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ABOUT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3888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CONTACT</a:t>
            </a:r>
          </a:p>
        </p:txBody>
      </p:sp>
      <p:pic>
        <p:nvPicPr>
          <p:cNvPr id="10" name="Picture 9" descr="film_tv_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88952" cy="1691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48640"/>
            <a:ext cx="6858000" cy="169164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73152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5F5"/>
                </a:solidFill>
                <a:latin typeface="Playfair Display"/>
              </a:rPr>
              <a:t>Film, TV &amp;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276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6A75E"/>
                </a:solidFill>
                <a:latin typeface="Playfair Display"/>
              </a:rPr>
              <a:t>Cinematic locations across South Africa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240280"/>
            <a:ext cx="12188952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500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BB"/>
                </a:solidFill>
                <a:latin typeface="Montserrat"/>
              </a:rPr>
              <a:t>Explore our curated selection of premium film, TV and production locations across South Africa.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2734056"/>
            <a:ext cx="2340864" cy="2542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-johannesbur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2734056"/>
            <a:ext cx="2340864" cy="1371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1440" y="4105656"/>
            <a:ext cx="2340864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4178808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5F5"/>
                </a:solidFill>
                <a:latin typeface="Playfair Display"/>
              </a:rPr>
              <a:t>JOHANNESBURG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4489704"/>
            <a:ext cx="2066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Explore premium locations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745736"/>
            <a:ext cx="2066544" cy="2926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4818888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MORE INFO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734056"/>
            <a:ext cx="2340864" cy="2542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2-cape-tow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2734056"/>
            <a:ext cx="2340864" cy="1371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487168" y="4105656"/>
            <a:ext cx="2340864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4328" y="4178808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5F5"/>
                </a:solidFill>
                <a:latin typeface="Playfair Display"/>
              </a:rPr>
              <a:t>CAPE TOWN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4328" y="4489704"/>
            <a:ext cx="2066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Explore premium locations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24328" y="4745736"/>
            <a:ext cx="2066544" cy="2926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4328" y="4818888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MORE INFO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82896" y="2734056"/>
            <a:ext cx="2340864" cy="2542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3-durb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2734056"/>
            <a:ext cx="2340864" cy="13716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882896" y="4105656"/>
            <a:ext cx="2340864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0056" y="4178808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5F5"/>
                </a:solidFill>
                <a:latin typeface="Playfair Display"/>
              </a:rPr>
              <a:t>DURBAN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0056" y="4489704"/>
            <a:ext cx="2066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Explore premium locations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0056" y="4745736"/>
            <a:ext cx="2066544" cy="2926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0056" y="4818888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MORE INFO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78624" y="2734056"/>
            <a:ext cx="2340864" cy="2542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4-pretori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2734056"/>
            <a:ext cx="2340864" cy="13716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7278624" y="4105656"/>
            <a:ext cx="2340864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15784" y="4178808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5F5"/>
                </a:solidFill>
                <a:latin typeface="Playfair Display"/>
              </a:rPr>
              <a:t>PRETORIA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5784" y="4489704"/>
            <a:ext cx="2066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Explore premium locations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15784" y="4745736"/>
            <a:ext cx="2066544" cy="2926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15784" y="4818888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MORE INFO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74352" y="2734056"/>
            <a:ext cx="2340864" cy="2542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5-stellenbos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352" y="2734056"/>
            <a:ext cx="2340864" cy="13716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9674352" y="4105656"/>
            <a:ext cx="2340864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11512" y="4178808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5F5"/>
                </a:solidFill>
                <a:latin typeface="Playfair Display"/>
              </a:rPr>
              <a:t>STELLENBOSCH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1512" y="4489704"/>
            <a:ext cx="2066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Explore premium locations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11512" y="4745736"/>
            <a:ext cx="2066544" cy="2926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11512" y="4818888"/>
            <a:ext cx="2066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MORE INFO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5367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Montserrat"/>
              </a:rPr>
              <a:t>ℹ  All location cards currently link to the Johannesburg section.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2688336"/>
            <a:ext cx="3108960" cy="2697480"/>
          </a:xfrm>
          <a:prstGeom prst="rect">
            <a:avLst/>
          </a:prstGeom>
          <a:solidFill>
            <a:srgbClr val="333333"/>
          </a:solidFill>
          <a:ln w="10160">
            <a:solidFill>
              <a:srgbClr val="C6A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0848" y="27797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A75E"/>
                </a:solidFill>
                <a:latin typeface="Montserrat"/>
              </a:rPr>
              <a:t>INSIDE EACH SECTION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0848" y="3035808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Montserrat"/>
              </a:rPr>
              <a:t>• Property image gallery
• Property name &amp; description
• More Info → popup modal (unchanged)
• Request a Quote → Get in Touch section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70848" y="50200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Montserrat"/>
              </a:rPr>
              <a:t>Nothing inside the cards changes.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446520"/>
            <a:ext cx="12188952" cy="274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1967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Montserrat"/>
              </a:rPr>
              <a:t>Film, TV &amp; Production  |  Property Development &amp; Sales  |  Events  |  About Us  |  Request a Quote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Montserrat"/>
              </a:rPr>
              <a:t>© 2026 Property Goddess Africa  |  info@propertygoddess.africa  |  +27 79 986 3670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6172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88"/>
                </a:solidFill>
                <a:latin typeface="Montserrat"/>
              </a:rPr>
              <a:t>03 / 7  —  Film, TV &amp;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A75E"/>
                </a:solidFill>
                <a:latin typeface="Playfair Display"/>
              </a:rPr>
              <a:t>PROPERTY GODDESS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6A75E"/>
                </a:solidFill>
                <a:latin typeface="Montserrat"/>
              </a:rPr>
              <a:t>PROPERTY DEVELOPMENT &amp; 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493776"/>
            <a:ext cx="1554480" cy="457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50992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FILM, TV &amp;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78624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06256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ABOUT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3888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CONTACT</a:t>
            </a:r>
          </a:p>
        </p:txBody>
      </p:sp>
      <p:pic>
        <p:nvPicPr>
          <p:cNvPr id="10" name="Picture 9" descr="property_develo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88952" cy="1691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48640"/>
            <a:ext cx="6858000" cy="169164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73152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  <a:latin typeface="Playfair Display"/>
              </a:rPr>
              <a:t>Property Development &amp;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276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6A75E"/>
                </a:solidFill>
                <a:latin typeface="Playfair Display"/>
              </a:rPr>
              <a:t>Luxury Estates Available for Purchase &amp; Rental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240280"/>
            <a:ext cx="12188952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500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BB"/>
                </a:solidFill>
                <a:latin typeface="Montserrat"/>
              </a:rPr>
              <a:t>Browse our exclusive portfolio of luxury residential and event-ready properties available for purchase or rental.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2715768"/>
            <a:ext cx="1956816" cy="2633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-dune-hous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2715768"/>
            <a:ext cx="1956816" cy="14630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1440" y="3794760"/>
            <a:ext cx="1371600" cy="2560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" y="38221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0B0B"/>
                </a:solidFill>
                <a:latin typeface="Montserrat"/>
              </a:rPr>
              <a:t>R 14,500,000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" y="4178808"/>
            <a:ext cx="1956816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25196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  <a:latin typeface="Playfair Display"/>
              </a:rPr>
              <a:t>Dune 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5994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📍 Johannesburg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5029200"/>
            <a:ext cx="1773936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510235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2715768"/>
            <a:ext cx="1956816" cy="2633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1-the-embassy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2715768"/>
            <a:ext cx="1956816" cy="14630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103120" y="3794760"/>
            <a:ext cx="1371600" cy="2560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38221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0B0B"/>
                </a:solidFill>
                <a:latin typeface="Montserrat"/>
              </a:rPr>
              <a:t>R 22,000,000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4178808"/>
            <a:ext cx="1956816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425196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  <a:latin typeface="Playfair Display"/>
              </a:rPr>
              <a:t>The Embassy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5994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📍 Johannesburg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5029200"/>
            <a:ext cx="1773936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510235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715768"/>
            <a:ext cx="1956816" cy="2633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2-the-last-ligh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715768"/>
            <a:ext cx="1956816" cy="146304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4114800" y="3794760"/>
            <a:ext cx="1371600" cy="2560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38221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0B0B"/>
                </a:solidFill>
                <a:latin typeface="Montserrat"/>
              </a:rPr>
              <a:t>R 18,750,000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4178808"/>
            <a:ext cx="1956816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425196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  <a:latin typeface="Playfair Display"/>
              </a:rPr>
              <a:t>Glass Pavilion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5994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📍 Cape Town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5029200"/>
            <a:ext cx="1773936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510235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2715768"/>
            <a:ext cx="1956816" cy="2633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4-boundless---netflix-origin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715768"/>
            <a:ext cx="1956816" cy="146304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6126480" y="3794760"/>
            <a:ext cx="1371600" cy="2560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38221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0B0B"/>
                </a:solidFill>
                <a:latin typeface="Montserrat"/>
              </a:rPr>
              <a:t>R 28,000,000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4178808"/>
            <a:ext cx="1956816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425196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  <a:latin typeface="Playfair Display"/>
              </a:rPr>
              <a:t>Ocean's Edge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5994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📍 Cape Town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029200"/>
            <a:ext cx="1773936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510235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2715768"/>
            <a:ext cx="1956816" cy="2633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1-the-winelands-manor-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715768"/>
            <a:ext cx="1956816" cy="146304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8138160" y="3794760"/>
            <a:ext cx="1371600" cy="2560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3880" y="38221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0B0B"/>
                </a:solidFill>
                <a:latin typeface="Montserrat"/>
              </a:rPr>
              <a:t>R 12,900,000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4178808"/>
            <a:ext cx="1956816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425196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  <a:latin typeface="Playfair Display"/>
              </a:rPr>
              <a:t>Winelands Manor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45994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📍 Stellenbosch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5029200"/>
            <a:ext cx="1773936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510235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49840" y="2715768"/>
            <a:ext cx="1956816" cy="2633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1-the-embassy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2715768"/>
            <a:ext cx="1956816" cy="1463040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0149840" y="3794760"/>
            <a:ext cx="1371600" cy="2560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95560" y="38221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0B0B"/>
                </a:solidFill>
                <a:latin typeface="Montserrat"/>
              </a:rPr>
              <a:t>R 35,000,000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4178808"/>
            <a:ext cx="1956816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41280" y="425196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  <a:latin typeface="Playfair Display"/>
              </a:rPr>
              <a:t>Villa Aurum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45994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📍 Johannesburg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41280" y="5029200"/>
            <a:ext cx="1773936" cy="274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41280" y="510235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6446520"/>
            <a:ext cx="12188952" cy="274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1967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Montserrat"/>
              </a:rPr>
              <a:t>Film, TV &amp; Production  |  Property Development &amp; Sales  |  Events  |  About Us  |  Request a Quote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Montserrat"/>
              </a:rPr>
              <a:t>© 2026 Property Goddess Africa  |  info@propertygoddess.africa  |  +27 79 986 3670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6172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88"/>
                </a:solidFill>
                <a:latin typeface="Montserrat"/>
              </a:rPr>
              <a:t>04 / 7  —  Property Development &amp;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A75E"/>
                </a:solidFill>
                <a:latin typeface="Playfair Display"/>
              </a:rPr>
              <a:t>PROPERTY GODDESS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PROPERTY DEVELOPMENT &amp;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0992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FILM, TV &amp;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78624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6A75E"/>
                </a:solidFill>
                <a:latin typeface="Montserrat"/>
              </a:rPr>
              <a:t>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278624" y="493776"/>
            <a:ext cx="1554480" cy="457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06256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ABOUT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3888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CONTACT</a:t>
            </a:r>
          </a:p>
        </p:txBody>
      </p:sp>
      <p:pic>
        <p:nvPicPr>
          <p:cNvPr id="10" name="Picture 9" descr="events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88952" cy="1691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48640"/>
            <a:ext cx="6858000" cy="169164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71323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  <a:latin typeface="Playfair Display"/>
              </a:rPr>
              <a:t>Events &amp; Location Conferencing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45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6A75E"/>
                </a:solidFill>
                <a:latin typeface="Playfair Display"/>
              </a:rPr>
              <a:t>Exclusive Venue Hire for Events, Conferences &amp; Corporate 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240280"/>
            <a:ext cx="12188952" cy="36576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500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BB"/>
                </a:solidFill>
                <a:latin typeface="Montserrat"/>
              </a:rPr>
              <a:t>Host your next event at one of South Africa's most exclusive private estates.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2697480"/>
            <a:ext cx="2898648" cy="2788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" y="2697480"/>
            <a:ext cx="2898648" cy="457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" y="2697480"/>
            <a:ext cx="45720" cy="27889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862072"/>
            <a:ext cx="2624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  <a:latin typeface="Playfair Display"/>
              </a:rPr>
              <a:t>Corporate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383280"/>
            <a:ext cx="26243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Impress clients and teams with world-class luxury venues. Boardrooms, presentation spaces and networking areas available.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02352"/>
            <a:ext cx="2532888" cy="320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175504"/>
            <a:ext cx="25328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 ABOUT THIS EVENT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54096" y="2697480"/>
            <a:ext cx="2898648" cy="2788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54096" y="2697480"/>
            <a:ext cx="2898648" cy="457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54096" y="2697480"/>
            <a:ext cx="45720" cy="27889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36976" y="2862072"/>
            <a:ext cx="2624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  <a:latin typeface="Playfair Display"/>
              </a:rPr>
              <a:t>Private 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6976" y="3383280"/>
            <a:ext cx="26243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Birthdays, anniversaries, engagements and celebrations in breathtaking private estate settings.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36976" y="5102352"/>
            <a:ext cx="2532888" cy="320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36976" y="5175504"/>
            <a:ext cx="25328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 ABOUT THIS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2697480"/>
            <a:ext cx="2898648" cy="2788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16752" y="2697480"/>
            <a:ext cx="2898648" cy="457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16752" y="2697480"/>
            <a:ext cx="45720" cy="27889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2862072"/>
            <a:ext cx="2624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  <a:latin typeface="Playfair Display"/>
              </a:rPr>
              <a:t>Film Premieres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3383280"/>
            <a:ext cx="26243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Red carpet arrivals, VIP lounges and exclusive screening spaces at our Johannesburg flagship properties.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5102352"/>
            <a:ext cx="2532888" cy="320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5175504"/>
            <a:ext cx="25328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 ABOUT THIS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79408" y="2697480"/>
            <a:ext cx="2898648" cy="2788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79408" y="2697480"/>
            <a:ext cx="2898648" cy="457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79408" y="2697480"/>
            <a:ext cx="45720" cy="27889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2862072"/>
            <a:ext cx="2624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  <a:latin typeface="Playfair Display"/>
              </a:rPr>
              <a:t>Product Launches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2288" y="3383280"/>
            <a:ext cx="26243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Create unforgettable launch moments. Our estates provide the ideal backdrop for brand activations and media events.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62288" y="5102352"/>
            <a:ext cx="2532888" cy="320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62288" y="5175504"/>
            <a:ext cx="25328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A75E"/>
                </a:solidFill>
                <a:latin typeface="Montserrat"/>
              </a:rPr>
              <a:t>ENQUIRE ABOUT THIS EVENT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559552"/>
            <a:ext cx="12188952" cy="384048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6327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B0B"/>
                </a:solidFill>
                <a:latin typeface="Montserrat"/>
              </a:rPr>
              <a:t>Ready to host your next event at a Property Goddess estate?   [ ENQUIRE NOW → 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446520"/>
            <a:ext cx="12188952" cy="274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1967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Montserrat"/>
              </a:rPr>
              <a:t>Film, TV &amp; Production  |  Property Development &amp; Sales  |  Events  |  About Us  |  Request a Quote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Montserrat"/>
              </a:rPr>
              <a:t>© 2026 Property Goddess Africa  |  info@propertygoddess.africa  |  +27 79 986 3670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6172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88"/>
                </a:solidFill>
                <a:latin typeface="Montserrat"/>
              </a:rPr>
              <a:t>05 / 7  —  Events &amp; Location Conferencing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A75E"/>
                </a:solidFill>
                <a:latin typeface="Playfair Display"/>
              </a:rPr>
              <a:t>PROPERTY GODDESS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PROPERTY DEVELOPMENT &amp;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0992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FILM, TV &amp;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78624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06256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6A75E"/>
                </a:solidFill>
                <a:latin typeface="Montserrat"/>
              </a:rPr>
              <a:t>ABOUT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06256" y="493776"/>
            <a:ext cx="1554480" cy="4572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33888" y="146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F5F5"/>
                </a:solidFill>
                <a:latin typeface="Montserrat"/>
              </a:rPr>
              <a:t>CONTACT</a:t>
            </a:r>
          </a:p>
        </p:txBody>
      </p:sp>
      <p:pic>
        <p:nvPicPr>
          <p:cNvPr id="10" name="Picture 9" descr="About Us P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48640"/>
            <a:ext cx="5971032" cy="5897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48640"/>
            <a:ext cx="6492240" cy="630936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548640"/>
            <a:ext cx="36576" cy="630936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71323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A75E"/>
                </a:solidFill>
                <a:latin typeface="Montserrat"/>
              </a:rPr>
              <a:t>PROPERTY OWNERS WANTED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00584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  <a:latin typeface="Playfair Display"/>
              </a:rPr>
              <a:t>List With
Property Goddess Africa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057400"/>
            <a:ext cx="12188952" cy="2286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148840"/>
            <a:ext cx="5852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  <a:latin typeface="Montserrat"/>
              </a:rPr>
              <a:t>Own a luxury mansion, modern home or event-friendly property?
Property Goddess Africa is expanding its exclusive portfolio and inviting homeowners with standout properties to list with 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6A75E"/>
                </a:solidFill>
                <a:latin typeface="Montserrat"/>
              </a:rPr>
              <a:t>WE PLACE PROPERTIES IN: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33756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Montserrat"/>
              </a:rPr>
              <a:t>Events  •  TV &amp; Film Productions  •  Music Videos  •  Photoshoots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685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6A75E"/>
                </a:solidFill>
                <a:latin typeface="Montserrat"/>
              </a:rPr>
              <a:t>WHAT WE OFFER: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959352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  <a:latin typeface="Montserrat"/>
              </a:rPr>
              <a:t>✦  Professional photography of your space
✦  Access to premium, vetted clients
✦  Full facilitation and property management
✦  Clear contracts and seamless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873752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Montserrat"/>
              </a:rPr>
              <a:t>Trusted by  Netflix  ·  Showmax  ·  MTV Base  ·  Sony Music SA  ·  Mzansi Magic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66360"/>
            <a:ext cx="3657600" cy="34747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22122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B0B"/>
                </a:solidFill>
                <a:latin typeface="Montserrat"/>
              </a:rPr>
              <a:t>newlocations@propertygoddess.africa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6235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6A75E"/>
                </a:solidFill>
                <a:latin typeface="Playfair Display"/>
              </a:rPr>
              <a:t>"Property is the stage. We curate the experience."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88952" cy="274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967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Montserrat"/>
              </a:rPr>
              <a:t>Film, TV &amp; Production  |  Property Development &amp; Sales  |  Events  |  About Us  |  Request a Quote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Montserrat"/>
              </a:rPr>
              <a:t>© 2026 Property Goddess Africa  |  info@propertygoddess.africa  |  +27 79 986 3670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172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88"/>
                </a:solidFill>
                <a:latin typeface="Montserrat"/>
              </a:rPr>
              <a:t>06 / 7  —  About 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5"/>
                </a:solidFill>
                <a:latin typeface="Playfair Display"/>
              </a:rPr>
              <a:t>Navigation Update — Before &amp;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27432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Montserrat"/>
              </a:rPr>
              <a:t>BEFORE  (current site)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Montserrat"/>
              </a:rPr>
              <a:t>FILM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298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Montserrat"/>
              </a:rPr>
              <a:t>Separate page — now disabled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09927"/>
            <a:ext cx="50292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7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Montserrat"/>
              </a:rPr>
              <a:t>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1965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Montserrat"/>
              </a:rPr>
              <a:t>Separate page — now disabled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31134"/>
            <a:ext cx="50292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0428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Montserrat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4086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Montserrat"/>
              </a:rPr>
              <a:t>Separate page — now disabled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52341"/>
            <a:ext cx="50292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2549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Montserrat"/>
              </a:rPr>
              <a:t>REQUEST A 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6206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Montserrat"/>
              </a:rPr>
              <a:t>Stays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28600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6A75E"/>
                </a:solidFill>
                <a:latin typeface="Montserrat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8412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A75E"/>
                </a:solidFill>
                <a:latin typeface="Montserrat"/>
              </a:rPr>
              <a:t>AFTER  (new structure)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188720"/>
            <a:ext cx="539496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188720"/>
            <a:ext cx="45720" cy="45720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234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F5F5"/>
                </a:solidFill>
                <a:latin typeface="Montserrat"/>
              </a:rPr>
              <a:t>PROPERTY DEVELOPMENT &amp;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444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New page — luxury property listings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709927"/>
            <a:ext cx="539496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1709927"/>
            <a:ext cx="45720" cy="45720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17556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F5F5"/>
                </a:solidFill>
                <a:latin typeface="Montserrat"/>
              </a:rPr>
              <a:t>FILM, TV &amp;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96595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Consolidated — 3 old pages merged into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231134"/>
            <a:ext cx="539496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2231134"/>
            <a:ext cx="45720" cy="45720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27685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F5F5"/>
                </a:solidFill>
                <a:latin typeface="Montserrat"/>
              </a:rPr>
              <a:t>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48716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New page — venue hire &amp; conferencing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752341"/>
            <a:ext cx="539496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2752341"/>
            <a:ext cx="45720" cy="45720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279806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F5F5"/>
                </a:solidFill>
                <a:latin typeface="Montserrat"/>
              </a:rPr>
              <a:t>ABOUT 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00837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New page — brand profile &amp; property owner pitch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273548"/>
            <a:ext cx="5394960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3273548"/>
            <a:ext cx="45720" cy="457200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3192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F5F5"/>
                </a:solidFill>
                <a:latin typeface="Montserrat"/>
              </a:rPr>
              <a:t>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5295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Montserrat"/>
              </a:rPr>
              <a:t>Existing — unchanged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33087"/>
            <a:ext cx="11457432" cy="157276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133087"/>
            <a:ext cx="54864" cy="1572768"/>
          </a:xfrm>
          <a:prstGeom prst="rect">
            <a:avLst/>
          </a:prstGeom>
          <a:solidFill>
            <a:srgbClr val="C6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224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A75E"/>
                </a:solidFill>
                <a:latin typeface="Montserrat"/>
              </a:rPr>
              <a:t>GOLDEN RULES FOR ALL CHANGES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5371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  <a:latin typeface="Montserrat"/>
              </a:rPr>
              <a:t>✦  Preserve exact UI look and feel — fonts, colours, spacing, animations — VERBATIM from reference prototype
✦  Old Film / TV / Production pages → set to PRIVATE (never deleted — recoverable if needed)
✦  All images must display correctly — check each card after deployment
✦  No blue colours anywhere — black (#0B0B0B) + gold (#C6A75E)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61996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88"/>
                </a:solidFill>
                <a:latin typeface="Montserrat"/>
              </a:rPr>
              <a:t>07 / 07  —  Navigation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